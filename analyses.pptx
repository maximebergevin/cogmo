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D554-0079-EFE3-DE82-244E7B8AA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76109-8EED-CBD2-1EFB-D34A59D90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ACCB-6D0B-7876-8A12-58A07E21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5AAA4-D6FB-0CC9-FB65-4E5CD404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F1087-09AF-3F53-B257-E85A0859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1438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2B78-EBE2-29B5-9D93-9A0B52B4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2AB03-0DE6-DCCA-FAD1-767F9885D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AB5D9-5D5B-454D-ED73-2DE7B421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0B92D-D5BB-5DE7-3552-C69482A9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75A29-52E4-11AB-4C0C-241728CA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95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383D-F689-895C-E8AD-7D6C9936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6705-6E73-756A-367A-EADB4E397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4389-02BD-C6FC-4078-68560D34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ADE64-45E8-2320-3765-8D58BB56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2504D-E65C-A7BD-F4E7-B2E3D9E1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6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B5B9-DA81-2B59-5AEC-7D5C87A8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A0E9D-6091-022E-7F74-A8279C300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B1F2A-E92E-4CCD-752C-50A88D65B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28F34-8AE5-D382-CA4A-51D8308D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349D7-1B58-AE53-12C6-D7DCA043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3562C-84F1-FC04-8147-7D7CACF0A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462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280D-1617-4474-B1A6-A6CFEAE8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98EEA-5BB3-5E6C-1FD3-38A0AD2CF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662BA-710F-584C-F22E-3A3FEA64C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D444C-6BF1-00E2-0B49-A4B0B70B1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E51D2-FF7D-170C-0546-27C5B84C3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64A55-2614-DE00-E340-9225B6FB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52BF2B-4D07-A1C7-BFE9-547C5A01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334D3-0B48-9EE8-CA6B-A163E880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866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A419-D387-09CF-C7EA-70A8A54D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10264-DF2F-8015-3AC7-D069AFE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14EB7-5910-012D-0969-0C385F8F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D1422-5DEE-9B18-9CB5-AEE3584E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499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EECCD-757B-EF93-5FA5-AA2DAC48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089BC-F7F1-BD51-A468-B65F4D7A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9BCAD-EDF7-359B-95E5-5B5AD241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886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D6C9-B3C0-81F8-BC3D-40DD95C3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94153-C61E-5B34-9478-1CAD7EB5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58EEB-DBA0-5E6A-EBBB-5E6ACAD0B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B3133-164F-D382-DFBE-637DE79C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59565-1043-3C0C-2384-0CB9F0D7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49F06-5164-E08D-3D80-B6B5EEC3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11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F2B1-D668-91E0-1F79-35E098E71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0214E-FF28-AC4C-3657-1D1E7E2B2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64D7C-B107-3603-FCF7-F063A1B88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D0BE9-B555-7E08-9195-C63CD241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9D949-757D-973A-E3B9-CEF90AE7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5EE6F-3EF3-E4CF-795C-38EE8630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31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C8C6-AED7-9FFD-45C5-DD5BE3C0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16B81-24BD-0774-2C18-F3073A169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4AF70-59CD-257B-993D-075F5ED7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B4680-74B9-27DB-A8E8-620045FC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E1928-99B5-C897-9A26-331E01DA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054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84BA9-3AAF-3F42-AD85-608D5A35B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8B192-D0F9-3EC8-331F-B6FF99352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199F4-7A16-92EC-0F72-49DD085B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536E3-1281-9B09-4DBD-BE092A7D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BE48B-9EE6-3700-4450-18831FFB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170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FC444-8A17-3641-4FA6-1258C3B9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ED296-A0FF-4EC5-AB2C-EC98EEDD4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4C159-B9C9-D199-3282-AF9BE8F3B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56D34-F4B6-4168-B08E-8ECF6B08E7B8}" type="datetimeFigureOut">
              <a:rPr lang="fr-CA" smtClean="0"/>
              <a:t>2025-10-13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0C5D6-F585-5553-2B1B-90346E50A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7DF90-A5E1-688C-E392-92521B35A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27223-AC1E-4513-A68C-E97959B577C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5632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75FCD1-4AE0-EEFA-B1D7-FE94205D7F30}"/>
              </a:ext>
            </a:extLst>
          </p:cNvPr>
          <p:cNvSpPr txBox="1"/>
          <p:nvPr/>
        </p:nvSpPr>
        <p:spPr>
          <a:xfrm>
            <a:off x="307732" y="158261"/>
            <a:ext cx="316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noProof="0" dirty="0"/>
              <a:t>Get all peaks &gt; MVC threshold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149883-DD52-7285-B1E0-6B33E11DB09E}"/>
              </a:ext>
            </a:extLst>
          </p:cNvPr>
          <p:cNvCxnSpPr>
            <a:stCxn id="4" idx="2"/>
          </p:cNvCxnSpPr>
          <p:nvPr/>
        </p:nvCxnSpPr>
        <p:spPr>
          <a:xfrm flipH="1">
            <a:off x="1890216" y="527593"/>
            <a:ext cx="1" cy="272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DBF774-6766-5A25-70F9-0E374AF6ED7B}"/>
              </a:ext>
            </a:extLst>
          </p:cNvPr>
          <p:cNvSpPr txBox="1"/>
          <p:nvPr/>
        </p:nvSpPr>
        <p:spPr>
          <a:xfrm>
            <a:off x="307732" y="800100"/>
            <a:ext cx="3809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noProof="0" dirty="0"/>
              <a:t>Are there any </a:t>
            </a:r>
            <a:r>
              <a:rPr lang="en-CA" b="1" noProof="0" dirty="0"/>
              <a:t>valid</a:t>
            </a:r>
            <a:r>
              <a:rPr lang="en-CA" noProof="0" dirty="0"/>
              <a:t> </a:t>
            </a:r>
            <a:r>
              <a:rPr lang="en-CA" b="1" noProof="0" dirty="0"/>
              <a:t>response</a:t>
            </a:r>
            <a:r>
              <a:rPr lang="en-CA" noProof="0" dirty="0"/>
              <a:t> peaks</a:t>
            </a:r>
          </a:p>
          <a:p>
            <a:r>
              <a:rPr lang="en-CA" sz="1400" noProof="0" dirty="0"/>
              <a:t>(i.e., after the min. reaction time)</a:t>
            </a:r>
            <a:r>
              <a:rPr lang="en-CA" noProof="0" dirty="0"/>
              <a:t>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42F7DD-D2A2-E132-5C3E-C604B7CD070F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212548" y="1446431"/>
            <a:ext cx="1" cy="391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0537BA-0B31-9FAD-DA37-AA1D1E5D3C01}"/>
              </a:ext>
            </a:extLst>
          </p:cNvPr>
          <p:cNvSpPr txBox="1"/>
          <p:nvPr/>
        </p:nvSpPr>
        <p:spPr>
          <a:xfrm>
            <a:off x="1937504" y="1908096"/>
            <a:ext cx="55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noProof="0" dirty="0">
                <a:solidFill>
                  <a:schemeClr val="accent6">
                    <a:lumMod val="50000"/>
                  </a:schemeClr>
                </a:solidFill>
              </a:rPr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B4847-B688-FC21-D62B-8DFEDC883942}"/>
              </a:ext>
            </a:extLst>
          </p:cNvPr>
          <p:cNvSpPr txBox="1"/>
          <p:nvPr/>
        </p:nvSpPr>
        <p:spPr>
          <a:xfrm>
            <a:off x="4824311" y="938599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noProof="0" dirty="0">
                <a:solidFill>
                  <a:srgbClr val="C00000"/>
                </a:solidFill>
              </a:rPr>
              <a:t>No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CE4E66-725F-7BB7-E81D-5276365691D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117365" y="1123266"/>
            <a:ext cx="4810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11CEA8-B57C-3E58-CDCF-EE796B60D0AE}"/>
              </a:ext>
            </a:extLst>
          </p:cNvPr>
          <p:cNvSpPr txBox="1"/>
          <p:nvPr/>
        </p:nvSpPr>
        <p:spPr>
          <a:xfrm>
            <a:off x="307732" y="2277428"/>
            <a:ext cx="3809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Select the </a:t>
            </a:r>
            <a:r>
              <a:rPr lang="en-CA" b="1" noProof="0" dirty="0"/>
              <a:t>first peak </a:t>
            </a:r>
            <a:r>
              <a:rPr lang="en-CA" noProof="0" dirty="0"/>
              <a:t>in this zone.</a:t>
            </a:r>
          </a:p>
          <a:p>
            <a:r>
              <a:rPr lang="en-CA" sz="1400" dirty="0"/>
              <a:t>This is our best guess for the true response.</a:t>
            </a:r>
            <a:endParaRPr lang="en-CA" sz="1400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8D1D-2A6E-0E1E-661D-13A0893AE0C4}"/>
              </a:ext>
            </a:extLst>
          </p:cNvPr>
          <p:cNvSpPr txBox="1"/>
          <p:nvPr/>
        </p:nvSpPr>
        <p:spPr>
          <a:xfrm>
            <a:off x="5725538" y="830877"/>
            <a:ext cx="3809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Are there any </a:t>
            </a:r>
            <a:r>
              <a:rPr lang="en-CA" b="1" noProof="0" dirty="0"/>
              <a:t>anticipatory </a:t>
            </a:r>
            <a:r>
              <a:rPr lang="en-CA" noProof="0" dirty="0"/>
              <a:t>peaks</a:t>
            </a:r>
          </a:p>
          <a:p>
            <a:r>
              <a:rPr lang="en-CA" sz="1400" dirty="0"/>
              <a:t>(before the min. reaction time)?</a:t>
            </a:r>
            <a:endParaRPr lang="en-CA" sz="1400" noProof="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1242D1-76E0-DBB3-691B-B6A4EDF8CD65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5308739" y="1123265"/>
            <a:ext cx="4167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71E1310-8441-5422-6487-52C17654767A}"/>
              </a:ext>
            </a:extLst>
          </p:cNvPr>
          <p:cNvSpPr txBox="1"/>
          <p:nvPr/>
        </p:nvSpPr>
        <p:spPr>
          <a:xfrm>
            <a:off x="10252095" y="938598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noProof="0" dirty="0">
                <a:solidFill>
                  <a:srgbClr val="C00000"/>
                </a:solidFill>
              </a:rPr>
              <a:t>No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440D6F-C2DC-F2B4-9E03-0EB700A23D50}"/>
              </a:ext>
            </a:extLst>
          </p:cNvPr>
          <p:cNvCxnSpPr>
            <a:cxnSpLocks/>
            <a:stCxn id="20" idx="3"/>
            <a:endCxn id="29" idx="1"/>
          </p:cNvCxnSpPr>
          <p:nvPr/>
        </p:nvCxnSpPr>
        <p:spPr>
          <a:xfrm flipV="1">
            <a:off x="9535171" y="1123264"/>
            <a:ext cx="71692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232F28-8D6F-9688-635D-63F635F77734}"/>
              </a:ext>
            </a:extLst>
          </p:cNvPr>
          <p:cNvSpPr txBox="1"/>
          <p:nvPr/>
        </p:nvSpPr>
        <p:spPr>
          <a:xfrm>
            <a:off x="7355310" y="1908096"/>
            <a:ext cx="55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noProof="0" dirty="0">
                <a:solidFill>
                  <a:schemeClr val="accent6">
                    <a:lumMod val="50000"/>
                  </a:schemeClr>
                </a:solidFill>
              </a:rPr>
              <a:t>Yes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9B68995-7AD1-3DF5-0736-4D18D67352F9}"/>
              </a:ext>
            </a:extLst>
          </p:cNvPr>
          <p:cNvCxnSpPr>
            <a:cxnSpLocks/>
            <a:stCxn id="20" idx="2"/>
            <a:endCxn id="34" idx="0"/>
          </p:cNvCxnSpPr>
          <p:nvPr/>
        </p:nvCxnSpPr>
        <p:spPr>
          <a:xfrm flipH="1">
            <a:off x="7630354" y="1415652"/>
            <a:ext cx="1" cy="492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91D75A3-24F3-D3E4-4833-838E88E9C505}"/>
              </a:ext>
            </a:extLst>
          </p:cNvPr>
          <p:cNvSpPr txBox="1"/>
          <p:nvPr/>
        </p:nvSpPr>
        <p:spPr>
          <a:xfrm>
            <a:off x="5747137" y="2277428"/>
            <a:ext cx="3809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Select the </a:t>
            </a:r>
            <a:r>
              <a:rPr lang="en-CA" b="1" noProof="0" dirty="0"/>
              <a:t>first </a:t>
            </a:r>
            <a:r>
              <a:rPr lang="en-CA" noProof="0" dirty="0"/>
              <a:t>peak in this zone.</a:t>
            </a:r>
          </a:p>
          <a:p>
            <a:r>
              <a:rPr lang="en-CA" sz="1400" dirty="0"/>
              <a:t>This is anticipation.</a:t>
            </a:r>
            <a:endParaRPr lang="en-CA" sz="1400" noProof="0" dirty="0"/>
          </a:p>
        </p:txBody>
      </p:sp>
    </p:spTree>
    <p:extLst>
      <p:ext uri="{BB962C8B-B14F-4D97-AF65-F5344CB8AC3E}">
        <p14:creationId xmlns:p14="http://schemas.microsoft.com/office/powerpoint/2010/main" val="94095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Bergevin</dc:creator>
  <cp:lastModifiedBy>Maxime Bergevin</cp:lastModifiedBy>
  <cp:revision>1</cp:revision>
  <dcterms:created xsi:type="dcterms:W3CDTF">2025-10-13T18:39:46Z</dcterms:created>
  <dcterms:modified xsi:type="dcterms:W3CDTF">2025-10-13T21:51:33Z</dcterms:modified>
</cp:coreProperties>
</file>